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60"/>
  </p:normalViewPr>
  <p:slideViewPr>
    <p:cSldViewPr snapToGrid="0">
      <p:cViewPr>
        <p:scale>
          <a:sx n="66" d="100"/>
          <a:sy n="66" d="100"/>
        </p:scale>
        <p:origin x="78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496CBD9-201B-6503-1AFC-6258E6493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A0C2466B-39D0-045A-C2E4-7B882BF5D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446763EE-B587-9159-4019-1CEC333FB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3A57-AE83-4905-B3C1-64E8F1AA96D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AA24121B-83DF-7C55-4F84-C40B7D7ED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131780E3-4515-0B24-CE80-83CD214A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23F7-1C86-4763-BAD3-81F96A29728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40233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28A208B-305D-327A-E7A4-7CB4DE88E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CB586B4-3723-EB33-5688-77093DC96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F2546EED-D3BD-6DB0-2ED2-3E5C478C6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3A57-AE83-4905-B3C1-64E8F1AA96D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7CFEE40D-12A0-11CE-07F4-D15D1FE9C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ACA21A78-CBC0-408B-9752-AB432149D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23F7-1C86-4763-BAD3-81F96A29728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9652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3A17462-D389-8246-012D-FFBE3481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1DA4A943-F0C5-7DCB-67C1-6F8075AEF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E5FA1E8E-2CE4-E53E-7CF6-E5D723A02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3A57-AE83-4905-B3C1-64E8F1AA96D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25417C1E-ED85-9A7F-6DE4-DEAEEB712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263CD564-6093-473C-290D-4C8314985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23F7-1C86-4763-BAD3-81F96A29728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4733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9F458ED-A26E-98EC-9FC5-030914C60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C3AA721C-5F56-EEA7-C9A5-F562B5653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4B3B9805-2ED9-AF31-3ED2-C210141D8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719BE457-65C7-227E-8A01-2519657FE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3A57-AE83-4905-B3C1-64E8F1AA96D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89E31A77-B894-54AF-C935-5F9522A5F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65A8149C-302A-DA3B-C44C-819D8EA1A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23F7-1C86-4763-BAD3-81F96A29728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80954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82103A9-F26C-7994-635C-0A1BC4E3C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17E123E8-CC7C-05A4-B481-6D883685E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D16845F1-7957-A44C-B08A-35BA81B2C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37880BDD-BA16-7FB1-AD8D-35D3F90B7D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DC946A6E-AC58-5075-53B1-944AED01A4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BEA95EB3-7C05-67C4-F19A-933B6B36A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3A57-AE83-4905-B3C1-64E8F1AA96D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061A6FC4-2E0B-1132-49EF-A54D7CED4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8354B915-362D-237E-FC0B-E356A051F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23F7-1C86-4763-BAD3-81F96A29728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32626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1C1E543-3879-4775-A906-F1046D3F9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2AD5F9AC-716E-AA23-EDAB-B503CA679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3A57-AE83-4905-B3C1-64E8F1AA96D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B28BA98A-4476-A633-AA0C-BBF6051D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545CC5D3-9628-66E1-3D49-0E0189FC1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23F7-1C86-4763-BAD3-81F96A29728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28664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3757620A-4536-1B98-599D-22755BFB7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3A57-AE83-4905-B3C1-64E8F1AA96D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FBEADF15-3775-3991-8926-C4B887CE7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96A5B576-C8DF-81D6-3F7F-F3B89E4D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23F7-1C86-4763-BAD3-81F96A29728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67195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058F21A-9660-7616-9D3D-03871CEE5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88E77A0-E3D5-F991-94A3-CC6C86BC7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728921E6-1B5A-B795-0285-FDD271F4D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C942A23A-4877-764D-BA6F-E66B7F69E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3A57-AE83-4905-B3C1-64E8F1AA96D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D24CDDBF-0886-1E09-1C83-5D83CB8CF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FF50E3C5-EEAD-4F08-B068-DCCBB08E2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23F7-1C86-4763-BAD3-81F96A29728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30949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B22507D-5862-618F-6D48-63BA0F598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985819ED-1BCD-161C-921E-4550E7052D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E7FDD787-1C65-4655-D07E-82B78CB52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CA61F48E-2D86-0C47-C559-325F9A897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3A57-AE83-4905-B3C1-64E8F1AA96D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4FDF19C2-6817-7EAF-F961-5EF5E67CF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62A0BBA1-0BD2-4F58-9C2A-C1C882DF6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23F7-1C86-4763-BAD3-81F96A29728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00756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C7E5492-0118-155C-2EDC-943327253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DFAF9B2F-210C-E28C-A33C-8DDE96FC3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7630ED2B-4837-6659-0ADB-5EB4FDE0D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3A57-AE83-4905-B3C1-64E8F1AA96D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F5B9C672-E47F-BCF2-D972-595B24B03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430D38A4-A23D-BF61-96A7-43349F484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23F7-1C86-4763-BAD3-81F96A29728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035027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8322D442-B064-43BC-C382-6AD137D6C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EF24E93D-C013-CC0A-DAB2-12361E491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366F3F5E-E925-D37A-BEF1-E2B7B511E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3A57-AE83-4905-B3C1-64E8F1AA96D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9B18443F-9368-35BF-B6E7-E5A9D0E5D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7CF54680-B900-4B69-8E72-FB07D7E7F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23F7-1C86-4763-BAD3-81F96A29728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23903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ABF59123-5941-7922-B78B-39D4941B7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6176FB68-A86E-713A-6EAB-8395FDF7C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F457303A-37F1-4BF2-29C8-30FB44102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DB3A57-AE83-4905-B3C1-64E8F1AA96DB}" type="datetimeFigureOut">
              <a:rPr lang="fi-FI" smtClean="0"/>
              <a:t>20.1.2026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800FE593-396E-1F2F-52DE-7DFDF4C0CF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ADCE745A-7776-352C-F49D-61AFDE229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AD23F7-1C86-4763-BAD3-81F96A29728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78108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kSucks/git_kood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B1D605D-DEA7-9A71-186D-AE78D42F75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/>
              <a:t>JÄRJESTELMÄ ALGORITMIT HARJOTUSTYÖ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681129C3-2E73-4DD6-3961-31F5741833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17945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FB1F66B-512E-EE14-F041-88D426EB0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Aloitus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D5018405-4756-6A01-E283-DB0945AF5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Koska olin poissa ensimmäisen tunnin, pääsin heti syvään päätyyn eli projektin aloittamiseen.</a:t>
            </a:r>
          </a:p>
          <a:p>
            <a:r>
              <a:rPr lang="fi-FI" dirty="0"/>
              <a:t>Projektin aloittaminen tuntui ylivoimaisen vaikealta kun en tiennyt mikä oli homman nimi.</a:t>
            </a:r>
          </a:p>
          <a:p>
            <a:r>
              <a:rPr lang="fi-FI" dirty="0"/>
              <a:t>Projektin tekeminen helpottui luokkakavereilta apua kysymällä ja kysymällä tekoälyltä syntaksia ja logiikan tarkoitusta.</a:t>
            </a: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086551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0C0FE29-368E-F983-FA64-2E58E1BD6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SortTest.java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FBA5E5E-BA25-A2F4-16B7-2D9ED8F31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Projektin aloitin lataamalla GitHubista SortTest.java tiedosto ja tutustumalla siihen tekoälyn kanssa ja tehtävän antoon.</a:t>
            </a:r>
          </a:p>
          <a:p>
            <a:r>
              <a:rPr lang="fi-FI" dirty="0"/>
              <a:t>Käytin projektin läpikännissä tekoälyä.</a:t>
            </a:r>
          </a:p>
          <a:p>
            <a:pPr marL="0" indent="0">
              <a:buNone/>
            </a:pP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827249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622E620-F5B3-0BD9-049D-180526825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Työn eteneminen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959C968B-3F83-FF07-BC59-7F3F1D90A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Ensimmäisenä koitin lisätä koodiin </a:t>
            </a:r>
            <a:r>
              <a:rPr lang="fi-FI" dirty="0" err="1"/>
              <a:t>Bubble</a:t>
            </a:r>
            <a:r>
              <a:rPr lang="fi-FI" dirty="0"/>
              <a:t> sortin (</a:t>
            </a:r>
            <a:r>
              <a:rPr lang="fi-FI" dirty="0" err="1"/>
              <a:t>näistäjärjestelmä</a:t>
            </a:r>
            <a:r>
              <a:rPr lang="fi-FI" dirty="0"/>
              <a:t> algoritmeista hitaimman)</a:t>
            </a:r>
          </a:p>
          <a:p>
            <a:r>
              <a:rPr lang="fi-FI" dirty="0"/>
              <a:t>Ja sille ja muille suoritusajan laskennan.</a:t>
            </a:r>
          </a:p>
          <a:p>
            <a:r>
              <a:rPr lang="fi-FI" dirty="0"/>
              <a:t>Jatko oli aikalailla kopiointia edellisestä ja sitten vähän sen muuttaminen. Jos tuli ongelmia niin kysyin tekoälyltä, mutta hyvin sain ymmärrystä nopeasti etenevästä uudesta asiasta.</a:t>
            </a:r>
          </a:p>
          <a:p>
            <a:r>
              <a:rPr lang="fi-FI" dirty="0"/>
              <a:t>Mutta itsevarmuus osaamiseen ei ole suuri, kun opetellut tekoälyn kanssa.</a:t>
            </a:r>
          </a:p>
        </p:txBody>
      </p:sp>
    </p:spTree>
    <p:extLst>
      <p:ext uri="{BB962C8B-B14F-4D97-AF65-F5344CB8AC3E}">
        <p14:creationId xmlns:p14="http://schemas.microsoft.com/office/powerpoint/2010/main" val="3327958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85557CC-7D8D-9B6C-3125-D24FEAE04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Sorttaaminen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9A5FAF81-3C0B-D659-1EB4-159BE94AE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Sain lisättyä kaikki </a:t>
            </a:r>
            <a:r>
              <a:rPr lang="fi-FI" dirty="0" err="1"/>
              <a:t>sorttaamiset</a:t>
            </a:r>
            <a:r>
              <a:rPr lang="fi-FI" dirty="0"/>
              <a:t>, jonka jälkeen takkusin hetken nousevan ja laskevan taulukon kanssa. Koska en oikein ymmärtänyt sitä logiikkaa. Sain </a:t>
            </a:r>
            <a:r>
              <a:rPr lang="fi-FI" dirty="0" err="1"/>
              <a:t>Mipiltä</a:t>
            </a:r>
            <a:r>
              <a:rPr lang="fi-FI" dirty="0"/>
              <a:t> (luokkalaiselta) siihen apua, eli miltä sen pitäisi näyttää.</a:t>
            </a:r>
          </a:p>
          <a:p>
            <a:r>
              <a:rPr lang="fi-FI" dirty="0" err="1"/>
              <a:t>Array</a:t>
            </a:r>
            <a:r>
              <a:rPr lang="fi-FI" dirty="0"/>
              <a:t> sortissa oli siis eniten hankaluuksia, tai sen ulos saannin kanssa, että miten saan taulukko printin ulos.</a:t>
            </a:r>
          </a:p>
        </p:txBody>
      </p:sp>
    </p:spTree>
    <p:extLst>
      <p:ext uri="{BB962C8B-B14F-4D97-AF65-F5344CB8AC3E}">
        <p14:creationId xmlns:p14="http://schemas.microsoft.com/office/powerpoint/2010/main" val="2476088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722CB02-7000-ED83-7E1C-17045AC9F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Taulukot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DFBEEFE-1289-FC5F-F091-9AD47C9D4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i-FI" dirty="0" err="1"/>
              <a:t>Insertion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 (</a:t>
            </a:r>
            <a:r>
              <a:rPr lang="fi-FI" dirty="0" err="1"/>
              <a:t>first</a:t>
            </a:r>
            <a:r>
              <a:rPr lang="fi-FI" dirty="0"/>
              <a:t> 20): 1 1 1 2 3 3 5 6 7 9 10 11 12 13 13 14 15 18 19 19 </a:t>
            </a:r>
          </a:p>
          <a:p>
            <a:r>
              <a:rPr lang="fi-FI" dirty="0" err="1"/>
              <a:t>Insertion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 (</a:t>
            </a:r>
            <a:r>
              <a:rPr lang="fi-FI" dirty="0" err="1"/>
              <a:t>last</a:t>
            </a:r>
            <a:r>
              <a:rPr lang="fi-FI" dirty="0"/>
              <a:t> 20, </a:t>
            </a:r>
            <a:r>
              <a:rPr lang="fi-FI" dirty="0" err="1"/>
              <a:t>descending</a:t>
            </a:r>
            <a:r>
              <a:rPr lang="fi-FI" dirty="0"/>
              <a:t>): 99999 99997 99997 99997 99996 99995 99993 99988 99987 99987 99986 99985 99985 99977 99975 99975 99974 99973 99973 99972 </a:t>
            </a:r>
          </a:p>
          <a:p>
            <a:r>
              <a:rPr lang="fi-FI" dirty="0" err="1"/>
              <a:t>Bubble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 (</a:t>
            </a:r>
            <a:r>
              <a:rPr lang="fi-FI" dirty="0" err="1"/>
              <a:t>first</a:t>
            </a:r>
            <a:r>
              <a:rPr lang="fi-FI" dirty="0"/>
              <a:t> 20): 1 1 1 2 3 3 5 6 7 9 10 11 12 13 13 14 15 18 19 19 </a:t>
            </a:r>
          </a:p>
          <a:p>
            <a:r>
              <a:rPr lang="fi-FI" dirty="0" err="1"/>
              <a:t>Bubble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 (</a:t>
            </a:r>
            <a:r>
              <a:rPr lang="fi-FI" dirty="0" err="1"/>
              <a:t>last</a:t>
            </a:r>
            <a:r>
              <a:rPr lang="fi-FI" dirty="0"/>
              <a:t> 20, </a:t>
            </a:r>
            <a:r>
              <a:rPr lang="fi-FI" dirty="0" err="1"/>
              <a:t>descending</a:t>
            </a:r>
            <a:r>
              <a:rPr lang="fi-FI" dirty="0"/>
              <a:t>): 99999 99997 99997 99997 99996 99995 99993 99988 99987 99987 99986 99985 99985 99977 99975 99975 99974 99973 99973 99972 </a:t>
            </a:r>
          </a:p>
          <a:p>
            <a:r>
              <a:rPr lang="fi-FI" dirty="0"/>
              <a:t>Shell </a:t>
            </a:r>
            <a:r>
              <a:rPr lang="fi-FI" dirty="0" err="1"/>
              <a:t>sort</a:t>
            </a:r>
            <a:r>
              <a:rPr lang="fi-FI" dirty="0"/>
              <a:t> (</a:t>
            </a:r>
            <a:r>
              <a:rPr lang="fi-FI" dirty="0" err="1"/>
              <a:t>first</a:t>
            </a:r>
            <a:r>
              <a:rPr lang="fi-FI" dirty="0"/>
              <a:t> 20): 1 1 1 2 3 3 5 6 7 9 10 11 12 13 13 14 15 18 19 19 </a:t>
            </a:r>
          </a:p>
          <a:p>
            <a:r>
              <a:rPr lang="fi-FI" dirty="0"/>
              <a:t>Shell </a:t>
            </a:r>
            <a:r>
              <a:rPr lang="fi-FI" dirty="0" err="1"/>
              <a:t>sort</a:t>
            </a:r>
            <a:r>
              <a:rPr lang="fi-FI" dirty="0"/>
              <a:t> (</a:t>
            </a:r>
            <a:r>
              <a:rPr lang="fi-FI" dirty="0" err="1"/>
              <a:t>last</a:t>
            </a:r>
            <a:r>
              <a:rPr lang="fi-FI" dirty="0"/>
              <a:t> 20, </a:t>
            </a:r>
            <a:r>
              <a:rPr lang="fi-FI" dirty="0" err="1"/>
              <a:t>descending</a:t>
            </a:r>
            <a:r>
              <a:rPr lang="fi-FI" dirty="0"/>
              <a:t>): 99999 99997 99997 99997 99996 99995 99993 99988 99987 99987 99986 99985 99985 99977 99975 99975 99974 99973 99973 99972 </a:t>
            </a:r>
          </a:p>
          <a:p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 (</a:t>
            </a:r>
            <a:r>
              <a:rPr lang="fi-FI" dirty="0" err="1"/>
              <a:t>first</a:t>
            </a:r>
            <a:r>
              <a:rPr lang="fi-FI" dirty="0"/>
              <a:t> 20): 1 1 1 2 3 3 5 6 7 9 10 11 12 13 13 14 15 18 19 19 </a:t>
            </a:r>
          </a:p>
          <a:p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 (</a:t>
            </a:r>
            <a:r>
              <a:rPr lang="fi-FI" dirty="0" err="1"/>
              <a:t>last</a:t>
            </a:r>
            <a:r>
              <a:rPr lang="fi-FI" dirty="0"/>
              <a:t> 20, </a:t>
            </a:r>
            <a:r>
              <a:rPr lang="fi-FI" dirty="0" err="1"/>
              <a:t>descending</a:t>
            </a:r>
            <a:r>
              <a:rPr lang="fi-FI" dirty="0"/>
              <a:t>): 99999 99997 99997 99997 99996 99995 99993 99988 99987 99987 99986 99985 99985 99977 99975 99975 99974 99973 99973 99972 </a:t>
            </a:r>
          </a:p>
          <a:p>
            <a:r>
              <a:rPr lang="fi-FI" dirty="0" err="1"/>
              <a:t>Merge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 (</a:t>
            </a:r>
            <a:r>
              <a:rPr lang="fi-FI" dirty="0" err="1"/>
              <a:t>first</a:t>
            </a:r>
            <a:r>
              <a:rPr lang="fi-FI" dirty="0"/>
              <a:t> 20): 1 1 1 2 3 3 5 6 7 9 10 11 12 13 13 14 15 18 19 19 </a:t>
            </a:r>
          </a:p>
          <a:p>
            <a:r>
              <a:rPr lang="fi-FI" dirty="0" err="1"/>
              <a:t>Merge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 (</a:t>
            </a:r>
            <a:r>
              <a:rPr lang="fi-FI" dirty="0" err="1"/>
              <a:t>last</a:t>
            </a:r>
            <a:r>
              <a:rPr lang="fi-FI" dirty="0"/>
              <a:t> 20, </a:t>
            </a:r>
            <a:r>
              <a:rPr lang="fi-FI" dirty="0" err="1"/>
              <a:t>descending</a:t>
            </a:r>
            <a:r>
              <a:rPr lang="fi-FI" dirty="0"/>
              <a:t>): 99999 99997 99997 99997 99996 99995 99993 99988 99987 99987 99986 99985 99985 99977 99975 99975 99974 99973 99973 99972 </a:t>
            </a:r>
          </a:p>
          <a:p>
            <a:r>
              <a:rPr lang="fi-FI" dirty="0"/>
              <a:t>Java </a:t>
            </a:r>
            <a:r>
              <a:rPr lang="fi-FI" dirty="0" err="1"/>
              <a:t>sort</a:t>
            </a:r>
            <a:r>
              <a:rPr lang="fi-FI" dirty="0"/>
              <a:t> (</a:t>
            </a:r>
            <a:r>
              <a:rPr lang="fi-FI" dirty="0" err="1"/>
              <a:t>first</a:t>
            </a:r>
            <a:r>
              <a:rPr lang="fi-FI" dirty="0"/>
              <a:t> 20): 1 1 1 2 3 3 5 6 7 9 10 11 12 13 13 14 15 18 19 19 </a:t>
            </a:r>
          </a:p>
          <a:p>
            <a:r>
              <a:rPr lang="fi-FI" dirty="0"/>
              <a:t>Java </a:t>
            </a:r>
            <a:r>
              <a:rPr lang="fi-FI" dirty="0" err="1"/>
              <a:t>sort</a:t>
            </a:r>
            <a:r>
              <a:rPr lang="fi-FI" dirty="0"/>
              <a:t> (</a:t>
            </a:r>
            <a:r>
              <a:rPr lang="fi-FI" dirty="0" err="1"/>
              <a:t>last</a:t>
            </a:r>
            <a:r>
              <a:rPr lang="fi-FI" dirty="0"/>
              <a:t> 20, </a:t>
            </a:r>
            <a:r>
              <a:rPr lang="fi-FI" dirty="0" err="1"/>
              <a:t>descending</a:t>
            </a:r>
            <a:r>
              <a:rPr lang="fi-FI" dirty="0"/>
              <a:t>): 99999 99997 99997 99997 99996 99995 99993 99988 99987 99987 99986 99985 99985 99977 99975 99975 99974 99973 99973 99972</a:t>
            </a:r>
          </a:p>
        </p:txBody>
      </p:sp>
    </p:spTree>
    <p:extLst>
      <p:ext uri="{BB962C8B-B14F-4D97-AF65-F5344CB8AC3E}">
        <p14:creationId xmlns:p14="http://schemas.microsoft.com/office/powerpoint/2010/main" val="1172527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68EBF24-F5EE-D138-1704-C71002392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Tulostuksia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B45EAD7-0EE9-2782-F387-6B05A2646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i-FI" dirty="0"/>
              <a:t>10 000 tulostukset</a:t>
            </a:r>
          </a:p>
          <a:p>
            <a:r>
              <a:rPr lang="fi-FI" dirty="0" err="1"/>
              <a:t>Array</a:t>
            </a:r>
            <a:r>
              <a:rPr lang="fi-FI" dirty="0"/>
              <a:t> </a:t>
            </a:r>
            <a:r>
              <a:rPr lang="fi-FI" dirty="0" err="1"/>
              <a:t>size</a:t>
            </a:r>
            <a:r>
              <a:rPr lang="fi-FI" dirty="0"/>
              <a:t>: 10000</a:t>
            </a:r>
          </a:p>
          <a:p>
            <a:r>
              <a:rPr lang="fi-FI" dirty="0"/>
              <a:t>=====================================</a:t>
            </a:r>
          </a:p>
          <a:p>
            <a:r>
              <a:rPr lang="fi-FI" dirty="0" err="1"/>
              <a:t>Results</a:t>
            </a:r>
            <a:r>
              <a:rPr lang="fi-FI" dirty="0"/>
              <a:t> (</a:t>
            </a:r>
            <a:r>
              <a:rPr lang="fi-FI" dirty="0" err="1"/>
              <a:t>fastest</a:t>
            </a:r>
            <a:r>
              <a:rPr lang="fi-FI" dirty="0"/>
              <a:t> to </a:t>
            </a:r>
            <a:r>
              <a:rPr lang="fi-FI" dirty="0" err="1"/>
              <a:t>slowest</a:t>
            </a:r>
            <a:r>
              <a:rPr lang="fi-FI" dirty="0"/>
              <a:t>):</a:t>
            </a:r>
          </a:p>
          <a:p>
            <a:r>
              <a:rPr lang="fi-FI" dirty="0"/>
              <a:t>=====================================</a:t>
            </a:r>
          </a:p>
          <a:p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1 ms</a:t>
            </a:r>
          </a:p>
          <a:p>
            <a:r>
              <a:rPr lang="fi-FI" dirty="0"/>
              <a:t>Shell </a:t>
            </a:r>
            <a:r>
              <a:rPr lang="fi-FI" dirty="0" err="1"/>
              <a:t>sort</a:t>
            </a:r>
            <a:r>
              <a:rPr lang="fi-FI" dirty="0"/>
              <a:t>: 3 ms</a:t>
            </a:r>
          </a:p>
          <a:p>
            <a:r>
              <a:rPr lang="fi-FI" dirty="0" err="1"/>
              <a:t>Merge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3 ms</a:t>
            </a:r>
          </a:p>
          <a:p>
            <a:r>
              <a:rPr lang="fi-FI" dirty="0" err="1"/>
              <a:t>Java's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 (</a:t>
            </a:r>
            <a:r>
              <a:rPr lang="fi-FI" dirty="0" err="1"/>
              <a:t>Arrays.sort</a:t>
            </a:r>
            <a:r>
              <a:rPr lang="fi-FI" dirty="0"/>
              <a:t>): 14 ms</a:t>
            </a:r>
          </a:p>
          <a:p>
            <a:r>
              <a:rPr lang="fi-FI" dirty="0" err="1"/>
              <a:t>Insertion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42 ms</a:t>
            </a:r>
          </a:p>
          <a:p>
            <a:r>
              <a:rPr lang="fi-FI" dirty="0" err="1"/>
              <a:t>Bubble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139 ms</a:t>
            </a: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132190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0710D23-549F-5BFC-95F4-F3E6B85A4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Lisää tulostuksia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28D0861E-93B8-2BE8-6E8D-E8BE1371C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i-FI" dirty="0"/>
              <a:t>500 000 tulostukset</a:t>
            </a:r>
          </a:p>
          <a:p>
            <a:r>
              <a:rPr lang="fi-FI" dirty="0" err="1"/>
              <a:t>Array</a:t>
            </a:r>
            <a:r>
              <a:rPr lang="fi-FI" dirty="0"/>
              <a:t> </a:t>
            </a:r>
            <a:r>
              <a:rPr lang="fi-FI" dirty="0" err="1"/>
              <a:t>size</a:t>
            </a:r>
            <a:r>
              <a:rPr lang="fi-FI" dirty="0"/>
              <a:t>: 500000</a:t>
            </a:r>
          </a:p>
          <a:p>
            <a:r>
              <a:rPr lang="fi-FI" dirty="0"/>
              <a:t>=====================================</a:t>
            </a:r>
          </a:p>
          <a:p>
            <a:r>
              <a:rPr lang="fi-FI" dirty="0" err="1"/>
              <a:t>Results</a:t>
            </a:r>
            <a:r>
              <a:rPr lang="fi-FI" dirty="0"/>
              <a:t> (</a:t>
            </a:r>
            <a:r>
              <a:rPr lang="fi-FI" dirty="0" err="1"/>
              <a:t>fastest</a:t>
            </a:r>
            <a:r>
              <a:rPr lang="fi-FI" dirty="0"/>
              <a:t> to </a:t>
            </a:r>
            <a:r>
              <a:rPr lang="fi-FI" dirty="0" err="1"/>
              <a:t>slowest</a:t>
            </a:r>
            <a:r>
              <a:rPr lang="fi-FI" dirty="0"/>
              <a:t>):</a:t>
            </a:r>
          </a:p>
          <a:p>
            <a:r>
              <a:rPr lang="fi-FI" dirty="0"/>
              <a:t>=====================================</a:t>
            </a:r>
          </a:p>
          <a:p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87 ms</a:t>
            </a:r>
          </a:p>
          <a:p>
            <a:r>
              <a:rPr lang="fi-FI" dirty="0"/>
              <a:t>Shell </a:t>
            </a:r>
            <a:r>
              <a:rPr lang="fi-FI" dirty="0" err="1"/>
              <a:t>sort</a:t>
            </a:r>
            <a:r>
              <a:rPr lang="fi-FI" dirty="0"/>
              <a:t>: 137 ms</a:t>
            </a:r>
          </a:p>
          <a:p>
            <a:r>
              <a:rPr lang="fi-FI" dirty="0" err="1"/>
              <a:t>Merge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140 ms</a:t>
            </a:r>
          </a:p>
          <a:p>
            <a:r>
              <a:rPr lang="fi-FI" dirty="0" err="1"/>
              <a:t>Java's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 (</a:t>
            </a:r>
            <a:r>
              <a:rPr lang="fi-FI" dirty="0" err="1"/>
              <a:t>Arrays.sort</a:t>
            </a:r>
            <a:r>
              <a:rPr lang="fi-FI" dirty="0"/>
              <a:t>): 163 ms</a:t>
            </a:r>
          </a:p>
          <a:p>
            <a:r>
              <a:rPr lang="fi-FI" dirty="0" err="1"/>
              <a:t>Insertion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70140 ms</a:t>
            </a:r>
          </a:p>
          <a:p>
            <a:r>
              <a:rPr lang="fi-FI" dirty="0" err="1"/>
              <a:t>Bubble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429045 ms (7 minuuttia ja risat)</a:t>
            </a:r>
          </a:p>
        </p:txBody>
      </p:sp>
    </p:spTree>
    <p:extLst>
      <p:ext uri="{BB962C8B-B14F-4D97-AF65-F5344CB8AC3E}">
        <p14:creationId xmlns:p14="http://schemas.microsoft.com/office/powerpoint/2010/main" val="1892730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CDF173F-FDB0-80DF-AB0C-26BA4663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FunctionRef</a:t>
            </a:r>
            <a:r>
              <a:rPr lang="fi-FI" dirty="0"/>
              <a:t> ja optimointi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646E459-099E-A8F0-D487-8A9ECB7CF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En ymmärtänyt tätä kohtaa. Sain tekoälyn kanssa pelkästään jotain tulostettua mutta en silti sitä ymmärtänyt.</a:t>
            </a:r>
          </a:p>
          <a:p>
            <a:r>
              <a:rPr lang="fi-FI" dirty="0"/>
              <a:t>Tässä niiden vertailu</a:t>
            </a:r>
          </a:p>
          <a:p>
            <a:endParaRPr lang="fi-FI" dirty="0"/>
          </a:p>
          <a:p>
            <a:r>
              <a:rPr lang="fi-FI" dirty="0"/>
              <a:t>Halusin saada siistin tulostuksen niin pyysin tekoälyltä, että se tekee minulle tulostuksen nopeimmasta hitaimpaan sekä näyttää </a:t>
            </a:r>
            <a:r>
              <a:rPr lang="fi-FI" dirty="0" err="1"/>
              <a:t>array</a:t>
            </a:r>
            <a:r>
              <a:rPr lang="fi-FI" dirty="0"/>
              <a:t> </a:t>
            </a:r>
            <a:r>
              <a:rPr lang="fi-FI" dirty="0" err="1"/>
              <a:t>sizen</a:t>
            </a:r>
            <a:r>
              <a:rPr lang="fi-FI" dirty="0"/>
              <a:t> tulostuksessakin.</a:t>
            </a:r>
          </a:p>
        </p:txBody>
      </p:sp>
    </p:spTree>
    <p:extLst>
      <p:ext uri="{BB962C8B-B14F-4D97-AF65-F5344CB8AC3E}">
        <p14:creationId xmlns:p14="http://schemas.microsoft.com/office/powerpoint/2010/main" val="3613423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DECF73F-B962-E074-873F-74D822A31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Ei optimoitu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47A75FC-EC36-24BC-E148-F798D466C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i-FI" dirty="0" err="1"/>
              <a:t>Array</a:t>
            </a:r>
            <a:r>
              <a:rPr lang="fi-FI" dirty="0"/>
              <a:t> </a:t>
            </a:r>
            <a:r>
              <a:rPr lang="fi-FI" dirty="0" err="1"/>
              <a:t>size</a:t>
            </a:r>
            <a:r>
              <a:rPr lang="fi-FI" dirty="0"/>
              <a:t>: 100000</a:t>
            </a:r>
          </a:p>
          <a:p>
            <a:r>
              <a:rPr lang="fi-FI" dirty="0"/>
              <a:t>=====================================</a:t>
            </a:r>
          </a:p>
          <a:p>
            <a:r>
              <a:rPr lang="fi-FI" dirty="0" err="1"/>
              <a:t>Results</a:t>
            </a:r>
            <a:r>
              <a:rPr lang="fi-FI" dirty="0"/>
              <a:t> (</a:t>
            </a:r>
            <a:r>
              <a:rPr lang="fi-FI" dirty="0" err="1"/>
              <a:t>fastest</a:t>
            </a:r>
            <a:r>
              <a:rPr lang="fi-FI" dirty="0"/>
              <a:t> to </a:t>
            </a:r>
            <a:r>
              <a:rPr lang="fi-FI" dirty="0" err="1"/>
              <a:t>slowest</a:t>
            </a:r>
            <a:r>
              <a:rPr lang="fi-FI" dirty="0"/>
              <a:t>):</a:t>
            </a:r>
          </a:p>
          <a:p>
            <a:r>
              <a:rPr lang="fi-FI" dirty="0"/>
              <a:t>=====================================</a:t>
            </a:r>
          </a:p>
          <a:p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15 ms</a:t>
            </a:r>
          </a:p>
          <a:p>
            <a:r>
              <a:rPr lang="fi-FI" dirty="0" err="1"/>
              <a:t>Merge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19 ms</a:t>
            </a:r>
          </a:p>
          <a:p>
            <a:r>
              <a:rPr lang="fi-FI" dirty="0"/>
              <a:t>Shell </a:t>
            </a:r>
            <a:r>
              <a:rPr lang="fi-FI" dirty="0" err="1"/>
              <a:t>sort</a:t>
            </a:r>
            <a:r>
              <a:rPr lang="fi-FI" dirty="0"/>
              <a:t>: 20 ms</a:t>
            </a:r>
          </a:p>
          <a:p>
            <a:r>
              <a:rPr lang="fi-FI" dirty="0" err="1"/>
              <a:t>Java's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 (</a:t>
            </a:r>
            <a:r>
              <a:rPr lang="fi-FI" dirty="0" err="1"/>
              <a:t>Arrays.sort</a:t>
            </a:r>
            <a:r>
              <a:rPr lang="fi-FI" dirty="0"/>
              <a:t>): 29 ms</a:t>
            </a:r>
          </a:p>
          <a:p>
            <a:r>
              <a:rPr lang="fi-FI" dirty="0" err="1"/>
              <a:t>Insertion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2855 ms</a:t>
            </a:r>
          </a:p>
          <a:p>
            <a:r>
              <a:rPr lang="fi-FI" dirty="0" err="1"/>
              <a:t>Bubble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15849 ms</a:t>
            </a:r>
          </a:p>
        </p:txBody>
      </p:sp>
    </p:spTree>
    <p:extLst>
      <p:ext uri="{BB962C8B-B14F-4D97-AF65-F5344CB8AC3E}">
        <p14:creationId xmlns:p14="http://schemas.microsoft.com/office/powerpoint/2010/main" val="1336055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D11742B-76C2-4AE8-1A4C-E15C52740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Optimoitu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1EA7566-D843-DDA2-EA7B-9819D49AD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i-FI" dirty="0" err="1"/>
              <a:t>Array</a:t>
            </a:r>
            <a:r>
              <a:rPr lang="fi-FI" dirty="0"/>
              <a:t> </a:t>
            </a:r>
            <a:r>
              <a:rPr lang="fi-FI" dirty="0" err="1"/>
              <a:t>size</a:t>
            </a:r>
            <a:r>
              <a:rPr lang="fi-FI" dirty="0"/>
              <a:t>: 100000</a:t>
            </a:r>
          </a:p>
          <a:p>
            <a:r>
              <a:rPr lang="fi-FI" dirty="0"/>
              <a:t>=====================================</a:t>
            </a:r>
          </a:p>
          <a:p>
            <a:r>
              <a:rPr lang="fi-FI" dirty="0" err="1"/>
              <a:t>Results</a:t>
            </a:r>
            <a:r>
              <a:rPr lang="fi-FI" dirty="0"/>
              <a:t> (</a:t>
            </a:r>
            <a:r>
              <a:rPr lang="fi-FI" dirty="0" err="1"/>
              <a:t>fastest</a:t>
            </a:r>
            <a:r>
              <a:rPr lang="fi-FI" dirty="0"/>
              <a:t> to </a:t>
            </a:r>
            <a:r>
              <a:rPr lang="fi-FI" dirty="0" err="1"/>
              <a:t>slowest</a:t>
            </a:r>
            <a:r>
              <a:rPr lang="fi-FI" dirty="0"/>
              <a:t>):</a:t>
            </a:r>
          </a:p>
          <a:p>
            <a:r>
              <a:rPr lang="fi-FI" dirty="0"/>
              <a:t>=====================================</a:t>
            </a:r>
          </a:p>
          <a:p>
            <a:r>
              <a:rPr lang="fi-FI" dirty="0" err="1"/>
              <a:t>Merge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 (</a:t>
            </a:r>
            <a:r>
              <a:rPr lang="fi-FI" dirty="0" err="1"/>
              <a:t>Optimized</a:t>
            </a:r>
            <a:r>
              <a:rPr lang="fi-FI" dirty="0"/>
              <a:t>): 13 ms</a:t>
            </a:r>
          </a:p>
          <a:p>
            <a:r>
              <a:rPr lang="fi-FI" dirty="0"/>
              <a:t>Shell </a:t>
            </a:r>
            <a:r>
              <a:rPr lang="fi-FI" dirty="0" err="1"/>
              <a:t>sort</a:t>
            </a:r>
            <a:r>
              <a:rPr lang="fi-FI" dirty="0"/>
              <a:t>: 19 ms</a:t>
            </a:r>
          </a:p>
          <a:p>
            <a:r>
              <a:rPr lang="fi-FI" dirty="0" err="1"/>
              <a:t>Quick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19 ms</a:t>
            </a:r>
          </a:p>
          <a:p>
            <a:r>
              <a:rPr lang="fi-FI" dirty="0" err="1"/>
              <a:t>Merge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22 ms</a:t>
            </a:r>
          </a:p>
          <a:p>
            <a:r>
              <a:rPr lang="fi-FI" dirty="0" err="1"/>
              <a:t>Java's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 (</a:t>
            </a:r>
            <a:r>
              <a:rPr lang="fi-FI" dirty="0" err="1"/>
              <a:t>Arrays.sort</a:t>
            </a:r>
            <a:r>
              <a:rPr lang="fi-FI" dirty="0"/>
              <a:t>): 27 ms</a:t>
            </a:r>
          </a:p>
          <a:p>
            <a:r>
              <a:rPr lang="fi-FI" dirty="0" err="1"/>
              <a:t>Insertion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3506 ms</a:t>
            </a:r>
          </a:p>
          <a:p>
            <a:r>
              <a:rPr lang="fi-FI" dirty="0" err="1"/>
              <a:t>Bubble</a:t>
            </a:r>
            <a:r>
              <a:rPr lang="fi-FI" dirty="0"/>
              <a:t> </a:t>
            </a:r>
            <a:r>
              <a:rPr lang="fi-FI" dirty="0" err="1"/>
              <a:t>sort</a:t>
            </a:r>
            <a:r>
              <a:rPr lang="fi-FI" dirty="0"/>
              <a:t>: 21216 ms</a:t>
            </a: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970524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33A71E3-9C81-D8E7-17B2-538C4D7DA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Yhteenveto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D881106B-E689-0D9B-59A3-714D3D903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dirty="0"/>
              <a:t>Eri sortit ja nousevien ja laskevien tulostukset ymmärsin jotenkin mutta en ole itsevarma asiasta.</a:t>
            </a:r>
          </a:p>
          <a:p>
            <a:r>
              <a:rPr lang="fi-FI" dirty="0" err="1"/>
              <a:t>FunctionRefiä</a:t>
            </a:r>
            <a:r>
              <a:rPr lang="fi-FI" dirty="0"/>
              <a:t> en ymmärtänyt ja optimointia ja en siitä voi ottaa </a:t>
            </a:r>
            <a:r>
              <a:rPr lang="fi-FI" dirty="0" err="1"/>
              <a:t>crediittiä</a:t>
            </a:r>
            <a:r>
              <a:rPr lang="fi-FI" dirty="0"/>
              <a:t> koska ainoa miten sain siitä tulostusta oli tekoälyllä, mutta olin kiinnostunut näkemään miten paljon nopeampi tulostus data oli. Ei ollut päätä huimaavia eroja.</a:t>
            </a:r>
          </a:p>
          <a:p>
            <a:r>
              <a:rPr lang="fi-FI" dirty="0"/>
              <a:t>Vaatii vielä lisää osaamista ja ymmärrystä, että olisin itsevarmempi tekemään ilman apua.</a:t>
            </a:r>
          </a:p>
          <a:p>
            <a:r>
              <a:rPr lang="fi-FI" dirty="0" err="1"/>
              <a:t>Git</a:t>
            </a:r>
            <a:r>
              <a:rPr lang="fi-FI" dirty="0"/>
              <a:t> tiedosto: </a:t>
            </a:r>
            <a:r>
              <a:rPr lang="fi-FI" dirty="0">
                <a:hlinkClick r:id="rId2"/>
              </a:rPr>
              <a:t>https://github.com/MikSucks/git_koodit</a:t>
            </a:r>
            <a:r>
              <a:rPr lang="fi-FI" dirty="0"/>
              <a:t> </a:t>
            </a:r>
          </a:p>
          <a:p>
            <a:r>
              <a:rPr lang="fi-FI" dirty="0" err="1"/>
              <a:t>ReadME</a:t>
            </a:r>
            <a:r>
              <a:rPr lang="fi-FI" dirty="0"/>
              <a:t>: Näistä oikea koodi on SortTest_notoptimised.java</a:t>
            </a:r>
          </a:p>
          <a:p>
            <a:pPr marL="0" indent="0">
              <a:buNone/>
            </a:pPr>
            <a:r>
              <a:rPr lang="fi-FI" dirty="0"/>
              <a:t>SortTest.java sisältää tekoälyn sen optimoinnin ja </a:t>
            </a:r>
            <a:r>
              <a:rPr lang="fi-FI" dirty="0" err="1"/>
              <a:t>FunctionRefin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864478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865</Words>
  <Application>Microsoft Office PowerPoint</Application>
  <PresentationFormat>Laajakuva</PresentationFormat>
  <Paragraphs>88</Paragraphs>
  <Slides>12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Office-teema</vt:lpstr>
      <vt:lpstr>JÄRJESTELMÄ ALGORITMIT HARJOTUSTYÖ</vt:lpstr>
      <vt:lpstr>Aloitus</vt:lpstr>
      <vt:lpstr>SortTest.java</vt:lpstr>
      <vt:lpstr>Työn eteneminen</vt:lpstr>
      <vt:lpstr>Sorttaaminen</vt:lpstr>
      <vt:lpstr>Taulukot</vt:lpstr>
      <vt:lpstr>Tulostuksia</vt:lpstr>
      <vt:lpstr>Lisää tulostuksia</vt:lpstr>
      <vt:lpstr>FunctionRef ja optimointi</vt:lpstr>
      <vt:lpstr>Ei optimoitu</vt:lpstr>
      <vt:lpstr>Optimoitu</vt:lpstr>
      <vt:lpstr>Yhteenveto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Latva, Miika</dc:creator>
  <cp:lastModifiedBy>Latva, Miika</cp:lastModifiedBy>
  <cp:revision>5</cp:revision>
  <dcterms:created xsi:type="dcterms:W3CDTF">2026-01-20T07:15:40Z</dcterms:created>
  <dcterms:modified xsi:type="dcterms:W3CDTF">2026-01-20T08:52:55Z</dcterms:modified>
</cp:coreProperties>
</file>